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ad53edccc4b93" /><Relationship Type="http://schemas.openxmlformats.org/officeDocument/2006/relationships/extended-properties" Target="/docProps/app.xml" Id="R2591bdd408a34635" /><Relationship Type="http://schemas.openxmlformats.org/officeDocument/2006/relationships/officeDocument" Target="/ppt/presentation.xml" Id="R5129244d24c141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d0ebdb5e14b51"/>
  </p:sldMasterIdLst>
  <p:notesMasterIdLst>
    <p:notesMasterId xmlns:r="http://schemas.openxmlformats.org/officeDocument/2006/relationships" r:id="R0e1de3e81f4b4e0b"/>
  </p:notesMasterIdLst>
  <p:sldIdLst>
    <p:sldId xmlns:r="http://schemas.openxmlformats.org/officeDocument/2006/relationships" id="256" r:id="R3eb2808e106c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c9873b50c94776" /><Relationship Type="http://schemas.openxmlformats.org/officeDocument/2006/relationships/slideMaster" Target="/ppt/slideMasters/slideMaster1.xml" Id="R787d0ebdb5e14b51" /><Relationship Type="http://schemas.openxmlformats.org/officeDocument/2006/relationships/notesMaster" Target="/ppt/notesMasters/notesMaster1.xml" Id="R0e1de3e81f4b4e0b" /><Relationship Type="http://schemas.openxmlformats.org/officeDocument/2006/relationships/presProps" Target="/ppt/presProps.xml" Id="R8981ac2ab81a474e" /><Relationship Type="http://schemas.openxmlformats.org/officeDocument/2006/relationships/viewProps" Target="/ppt/viewProps.xml" Id="Rf328579690b14171" /><Relationship Type="http://schemas.openxmlformats.org/officeDocument/2006/relationships/tableStyles" Target="/ppt/tableStyles.xml" Id="Ra80f58fe5d194662" /><Relationship Type="http://schemas.openxmlformats.org/officeDocument/2006/relationships/slide" Target="/ppt/slides/slide1.xml" Id="R3eb2808e106c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04588f00d4d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8d27e9c2c4be8" /><Relationship Type="http://schemas.openxmlformats.org/officeDocument/2006/relationships/notesMaster" Target="/ppt/notesMasters/notesMaster1.xml" Id="Rb9f7ed654aae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Agentic Agile book, Chapters 2, 5, 9–17, 16, 25 and 26.</a:t>
            </a:r>
          </a:p>
          <a:p xmlns:a="http://schemas.openxmlformats.org/drawingml/2006/main">
            <a:r>
              <a:t>- Lead Time is the agreed end-to-end interval from customer request entering the value-stream boundary to external release.</a:t>
            </a:r>
          </a:p>
          <a:p xmlns:a="http://schemas.openxmlformats.org/drawingml/2006/main">
            <a:r>
              <a:t>- C&amp;A% retains the enterprise's existing measurement definition and must be read with quality, risk and cost counter-metrics.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emphasis:</a:t>
            </a:r>
          </a:p>
          <a:p xmlns:a="http://schemas.openxmlformats.org/drawingml/2006/main">
            <a:r>
              <a:t>Read the four phase groups from left to right as eight SDLC stages. At every stage, IO defines or accepts value and risk; OA designs the control conditions; AS executes only within the active envelope. IWE Document Map and Code Map make source facts retrievable, while Basic/Agent Memory preserves task state and candidate learning. Only evidence-backed learning is promoted into reusable rules, tests or Skills. The management question is not whether coding accelerates, but whether the request-to-release Lead Time improves without degrading C&amp;A%, quality, risk, or total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ce96c1d01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b02c7aa974ea2" /><Relationship Type="http://schemas.openxmlformats.org/officeDocument/2006/relationships/slideLayout" Target="/ppt/slideLayouts/slideLayout1.xml" Id="Rc1945a19f334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45a19f334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2faf351d4d81" /><Relationship Type="http://schemas.openxmlformats.org/officeDocument/2006/relationships/notesSlide" Target="/ppt/notesSlides/notesSlide1.xml" Id="Rb6e21635bded42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SDLC：用一条价值流完成 AI 转型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客户需求提出到对外发布，每一阶段都有责任、边界、Agent 行动、证据与可量化的改善。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需求形成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IO：价值、护栏、假设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Agent：资料、访谈、反例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需求定型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IO：签署 Contract / AC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OA：约束、上下文、Work Graph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工程闭环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AS：受控实现与测试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OA：Harness、Prove / Evolve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交付裁决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AS：集成、回归与补证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OA：Verify、发布、回退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不是阶段外的附加治理，而是嵌入每一个 SDLC 阶段的运行方式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主导需求、定义与发布裁决；OA 贯穿控制与编排；AS 承担编码、测试、集成的受约束执行。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Specify / Constrain / Orchestrate → Prove / Evolve → Verify：每一步都有启动条件、停止条件与 Evidence。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Graph / Contract / Constraint / Evidence + IWE×Code Map + Basic Memory：让事实随任务更新，不散落在聊天中。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 Lead Time ｜ 配套：C&amp;A%、首次通过、返工、逃逸缺陷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 vs. 趋势 + Contract / Evidence /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2026-08-26T02:04:24.8230000Z</dcterms:created>
  <dcterms:modified xsi:type="dcterms:W3CDTF">2026-08-26T02:04:24.8230000Z</dcterms:modified>
</coreProperties>
</file>